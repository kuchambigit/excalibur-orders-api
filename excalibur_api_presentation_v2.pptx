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Excalibur Orders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 + DevOps Project</a:t>
            </a:r>
          </a:p>
          <a:p>
            <a:pPr/>
            <a:r>
              <a:t>Building a production-ready backend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RESTful API for order management</a:t>
            </a:r>
          </a:p>
          <a:p>
            <a:pPr/>
            <a:r>
              <a:t>Apply clean architecture principles</a:t>
            </a:r>
          </a:p>
          <a:p>
            <a:pPr/>
            <a:r>
              <a:t>Prepare for DevOps pipeline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(Backend)</a:t>
            </a:r>
          </a:p>
          <a:p>
            <a:pPr/>
            <a:r>
              <a:t>FastAPI (API framework)</a:t>
            </a:r>
          </a:p>
          <a:p>
            <a:pPr/>
            <a:r>
              <a:t>Uvicorn (ASGI server)</a:t>
            </a:r>
          </a:p>
          <a:p>
            <a:pPr/>
            <a:r>
              <a:t>Pydantic (validation)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app/main.py → entry point</a:t>
            </a:r>
          </a:p>
          <a:p>
            <a:pPr/>
            <a:r>
              <a:t>routes/ → API endpoints</a:t>
            </a:r>
          </a:p>
          <a:p>
            <a:pPr/>
            <a:r>
              <a:t>schemas/ → validation layer</a:t>
            </a:r>
          </a:p>
          <a:p>
            <a:pPr/>
            <a:r>
              <a:t>models/ → data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Implemented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/orders → retrieve all orders</a:t>
            </a:r>
          </a:p>
          <a:p>
            <a:pPr/>
            <a:r>
              <a:t>POST /orders → create new order</a:t>
            </a:r>
          </a:p>
          <a:p>
            <a:pPr/>
            <a:r>
              <a:t>Tested via Swagger UI and curl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Implemented using Pydantic</a:t>
            </a:r>
          </a:p>
          <a:p>
            <a:pPr/>
            <a:r>
              <a:t>Ensures correct data types</a:t>
            </a:r>
          </a:p>
          <a:p>
            <a:pPr/>
            <a:r>
              <a:t>Prevents invalid API requests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In-Memory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orders_db list simulates database</a:t>
            </a:r>
          </a:p>
          <a:p>
            <a:pPr/>
            <a:r>
              <a:t>POST adds data</a:t>
            </a:r>
          </a:p>
          <a:p>
            <a:pPr/>
            <a:r>
              <a:t>GET retrieves stored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Swagger UI (/docs)</a:t>
            </a:r>
          </a:p>
          <a:p>
            <a:pPr/>
            <a:r>
              <a:t>Manual testing via browser</a:t>
            </a:r>
          </a:p>
          <a:p>
            <a:pPr/>
            <a:r>
              <a:t>Validated request/response 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 API design principles</a:t>
            </a:r>
          </a:p>
          <a:p>
            <a:pPr/>
            <a:r>
              <a:t>Modular backend structure</a:t>
            </a:r>
          </a:p>
          <a:p>
            <a:pPr/>
            <a:r>
              <a:t>Data validation techniques</a:t>
            </a:r>
          </a:p>
          <a:p>
            <a:pPr/>
            <a:r>
              <a:t>Debugging real API 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Limitation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stored in memory only</a:t>
            </a:r>
          </a:p>
          <a:p>
            <a:pPr/>
            <a:r>
              <a:t>Resets when server restarts</a:t>
            </a:r>
          </a:p>
          <a:p>
            <a:pPr/>
            <a:r>
              <a:t>Not suitable for production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Development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/orders/{id}</a:t>
            </a:r>
          </a:p>
          <a:p>
            <a:pPr/>
            <a:r>
              <a:t>DELETE /orders/{id}</a:t>
            </a:r>
          </a:p>
          <a:p>
            <a:pPr/>
            <a:r>
              <a:t>PUT /orders/{id}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Dockerize application</a:t>
            </a:r>
          </a:p>
          <a:p>
            <a:pPr/>
            <a:r>
              <a:t>Build CI/CD pipeline</a:t>
            </a:r>
          </a:p>
          <a:p>
            <a:pPr/>
            <a:r>
              <a:t>Deploy to cloud (AWS/EKS)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Working backend API completed</a:t>
            </a:r>
          </a:p>
          <a:p>
            <a:pPr/>
            <a:r>
              <a:t>Clean and scalable structure</a:t>
            </a:r>
          </a:p>
          <a:p>
            <a:pPr/>
            <a:r>
              <a:t>Ready for DevOps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